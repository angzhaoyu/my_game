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ABB"/>
    <a:srgbClr val="B06A25"/>
    <a:srgbClr val="50D896"/>
    <a:srgbClr val="FDF5C0"/>
    <a:srgbClr val="FFE0A0"/>
    <a:srgbClr val="CBF5AB"/>
    <a:srgbClr val="6FD599"/>
    <a:srgbClr val="FDFDD3"/>
    <a:srgbClr val="9BEB9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9590" y="370840"/>
            <a:ext cx="8985250" cy="50330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93115"/>
            <a:ext cx="2448560" cy="366839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4338320" y="913765"/>
            <a:ext cx="6448425" cy="3947160"/>
          </a:xfrm>
          <a:prstGeom prst="roundRect">
            <a:avLst>
              <a:gd name="adj" fmla="val 4835"/>
            </a:avLst>
          </a:prstGeom>
          <a:solidFill>
            <a:srgbClr val="FDFDD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363720" y="944245"/>
            <a:ext cx="6392545" cy="594360"/>
          </a:xfrm>
          <a:prstGeom prst="roundRect">
            <a:avLst>
              <a:gd name="adj" fmla="val 35314"/>
            </a:avLst>
          </a:prstGeom>
          <a:gradFill>
            <a:gsLst>
              <a:gs pos="1000">
                <a:srgbClr val="6FD599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CBF5A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4363720" y="4446270"/>
            <a:ext cx="6392545" cy="374015"/>
          </a:xfrm>
          <a:prstGeom prst="roundRect">
            <a:avLst>
              <a:gd name="adj" fmla="val 35314"/>
            </a:avLst>
          </a:prstGeom>
          <a:solidFill>
            <a:srgbClr val="FFE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4338320" y="1259840"/>
            <a:ext cx="6448425" cy="3338830"/>
          </a:xfrm>
          <a:prstGeom prst="roundRect">
            <a:avLst>
              <a:gd name="adj" fmla="val 0"/>
            </a:avLst>
          </a:prstGeom>
          <a:solidFill>
            <a:srgbClr val="FDFDD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130415" y="967105"/>
            <a:ext cx="808355" cy="33083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/>
            <a:r>
              <a:rPr lang="zh-CN" altLang="en-US" sz="1400" b="1">
                <a:ln/>
                <a:solidFill>
                  <a:schemeClr val="accent4"/>
                </a:solidFill>
                <a:effectLst/>
              </a:rPr>
              <a:t>背</a:t>
            </a:r>
            <a:r>
              <a:rPr lang="en-US" altLang="zh-CN" sz="1400" b="1">
                <a:ln/>
                <a:solidFill>
                  <a:schemeClr val="accent4"/>
                </a:solidFill>
                <a:effectLst/>
              </a:rPr>
              <a:t>   </a:t>
            </a:r>
            <a:r>
              <a:rPr lang="zh-CN" altLang="en-US" sz="1400" b="1">
                <a:ln/>
                <a:solidFill>
                  <a:schemeClr val="accent4"/>
                </a:solidFill>
                <a:effectLst/>
              </a:rPr>
              <a:t>包</a:t>
            </a:r>
            <a:endParaRPr lang="zh-CN" altLang="en-US" sz="1400" b="1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363720" y="1259840"/>
            <a:ext cx="6393180" cy="3339465"/>
          </a:xfrm>
          <a:prstGeom prst="roundRect">
            <a:avLst>
              <a:gd name="adj" fmla="val 0"/>
            </a:avLst>
          </a:prstGeom>
          <a:solidFill>
            <a:srgbClr val="FDEAB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2874645" y="1267460"/>
            <a:ext cx="6448425" cy="3947160"/>
          </a:xfrm>
          <a:prstGeom prst="roundRect">
            <a:avLst>
              <a:gd name="adj" fmla="val 4835"/>
            </a:avLst>
          </a:prstGeom>
          <a:solidFill>
            <a:srgbClr val="FDFDD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2900045" y="1297940"/>
            <a:ext cx="6392545" cy="594360"/>
          </a:xfrm>
          <a:prstGeom prst="roundRect">
            <a:avLst>
              <a:gd name="adj" fmla="val 35314"/>
            </a:avLst>
          </a:prstGeom>
          <a:gradFill>
            <a:gsLst>
              <a:gs pos="1000">
                <a:srgbClr val="6FD599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CBF5A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2900045" y="4799965"/>
            <a:ext cx="6392545" cy="374015"/>
          </a:xfrm>
          <a:prstGeom prst="roundRect">
            <a:avLst>
              <a:gd name="adj" fmla="val 35314"/>
            </a:avLst>
          </a:prstGeom>
          <a:solidFill>
            <a:srgbClr val="FFE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2874645" y="1613535"/>
            <a:ext cx="6448425" cy="3338830"/>
          </a:xfrm>
          <a:prstGeom prst="roundRect">
            <a:avLst>
              <a:gd name="adj" fmla="val 0"/>
            </a:avLst>
          </a:prstGeom>
          <a:solidFill>
            <a:srgbClr val="FDFDD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666740" y="1320800"/>
            <a:ext cx="808355" cy="33083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/>
            <a:r>
              <a:rPr lang="zh-CN" altLang="en-US" sz="1400" b="1">
                <a:solidFill>
                  <a:schemeClr val="accent4"/>
                </a:solidFill>
                <a:effectLst/>
              </a:rPr>
              <a:t>背</a:t>
            </a:r>
            <a:r>
              <a:rPr lang="en-US" altLang="zh-CN" sz="1400" b="1">
                <a:solidFill>
                  <a:schemeClr val="accent4"/>
                </a:solidFill>
                <a:effectLst/>
              </a:rPr>
              <a:t>   </a:t>
            </a:r>
            <a:r>
              <a:rPr lang="zh-CN" altLang="en-US" sz="1400" b="1">
                <a:solidFill>
                  <a:schemeClr val="accent4"/>
                </a:solidFill>
                <a:effectLst/>
              </a:rPr>
              <a:t>包</a:t>
            </a:r>
            <a:endParaRPr lang="zh-CN" altLang="en-US" sz="1400" b="1">
              <a:solidFill>
                <a:schemeClr val="accent4"/>
              </a:solidFill>
              <a:effectLst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900045" y="1613535"/>
            <a:ext cx="6393180" cy="3339465"/>
          </a:xfrm>
          <a:prstGeom prst="roundRect">
            <a:avLst>
              <a:gd name="adj" fmla="val 0"/>
            </a:avLst>
          </a:prstGeom>
          <a:solidFill>
            <a:srgbClr val="FDEAB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WPS 演示</Application>
  <PresentationFormat>宽屏</PresentationFormat>
  <Paragraphs>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楷体</vt:lpstr>
      <vt:lpstr>方正粗黑宋简体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0！0.0</cp:lastModifiedBy>
  <cp:revision>157</cp:revision>
  <dcterms:created xsi:type="dcterms:W3CDTF">2019-06-19T02:08:00Z</dcterms:created>
  <dcterms:modified xsi:type="dcterms:W3CDTF">2026-04-08T08:03:26Z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78880095E6D94161AA59C62E9E2DB3FD_11</vt:lpwstr>
  </property>
</Properties>
</file>